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4A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Improvement Proposal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· Stabilize · Elevate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07792"/>
            <a:ext cx="3657600" cy="36576"/>
          </a:xfrm>
          <a:prstGeom prst="rect">
            <a:avLst/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9067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 |  June 2026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TraceLM Development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PROPOSAL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focused topics from current state to implementation roadmap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41732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" y="15819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81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Assessment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TraceLM UI stands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990088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" y="31546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Pain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47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UX gaps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4562856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" y="47274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727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727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0200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· Error Boundary · UI Toolkit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41732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64024" y="15819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1581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67528" y="1581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User Experience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67528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· Preview · Empty States · Automation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990088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64024" y="31546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67528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Productivity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67528" y="3447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· Badges · Filter · Settings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4562856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64024" y="47274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4727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67528" y="4727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67528" y="50200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plan, effort, and quick wins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UI Today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but monolithic interface built for speed-to-market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048256" cy="1508760"/>
          </a:xfrm>
          <a:prstGeom prst="roundRect">
            <a:avLst>
              <a:gd name="adj" fmla="val 7273"/>
            </a:avLst>
          </a:prstGeom>
          <a:solidFill>
            <a:srgbClr val="E4EEF8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48132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" y="212140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in App.tsx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3774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React component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048256" cy="1508760"/>
          </a:xfrm>
          <a:prstGeom prst="roundRect">
            <a:avLst>
              <a:gd name="adj" fmla="val 7273"/>
            </a:avLst>
          </a:prstGeom>
          <a:solidFill>
            <a:srgbClr val="D4EDE7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48132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68880" y="212140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managed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3774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one file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1371600"/>
            <a:ext cx="2048256" cy="150876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148132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81728" y="212140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hooks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23774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co-mingled state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94576" y="1371600"/>
            <a:ext cx="2048256" cy="1508760"/>
          </a:xfrm>
          <a:prstGeom prst="roundRect">
            <a:avLst>
              <a:gd name="adj" fmla="val 7273"/>
            </a:avLst>
          </a:prstGeom>
          <a:solidFill>
            <a:srgbClr val="FDECEA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94576" y="1481328"/>
            <a:ext cx="20482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94576" y="212140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237744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crash on any error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063240"/>
            <a:ext cx="8631936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 Identified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639312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" y="36393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Architecture: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3858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1,036-line App.tsx handles six tabs, routing, state, and all business logic — high maintenance burden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443984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438912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" y="43891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Boundaries: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" y="4608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unhandled JS exception crashes the entire panel; no recovery without reopening the extension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519379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5138928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" y="51389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HTML Form Elements: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" y="5358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CSS required for every VS Code theme; risk of visual drift on theme updates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694176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6393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73752" y="36393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Progress: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73752" y="3858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All shows '(2/4)...' string; no visual step status or in-progress indicator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4443984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43891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3752" y="43891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Plain-Text Xray Preview: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73752" y="4608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preview is an unstyled list with Unicode symbols; no color, no actionable error hints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5193792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51389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73752" y="51389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Low-Info Automation View: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73752" y="53583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items render as pipe-delimited text; no title, no visual priority, no context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First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 before feature work — everything else becomes easier once this is in place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27432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E4EE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499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App.tsx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084832"/>
            <a:ext cx="1280160" cy="219456"/>
          </a:xfrm>
          <a:prstGeom prst="roundRect">
            <a:avLst>
              <a:gd name="adj" fmla="val 4166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days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4231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SettingsTab.tsx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71576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RequirementsTab.tsx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30083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EnhancementTab.tsx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0624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ScenariosTab.tsx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" y="35935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TestCasesTab.tsx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" y="388620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AutomationTab.tsx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0624" y="417880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useTraceLMMessages.ts hook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0624" y="44714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App.tsx → tab router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6080760"/>
            <a:ext cx="2743200" cy="384048"/>
          </a:xfrm>
          <a:prstGeom prst="rect">
            <a:avLst/>
          </a:prstGeom>
          <a:solidFill>
            <a:srgbClr val="E4EE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610819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structural split. Zero logic changes.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1389888"/>
            <a:ext cx="27432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389888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D4EDE7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8416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67328" y="1499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Error Boundary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28416" y="2084832"/>
            <a:ext cx="1280160" cy="219456"/>
          </a:xfrm>
          <a:prstGeom prst="roundRect">
            <a:avLst>
              <a:gd name="adj" fmla="val 41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days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64992" y="24231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Wrap each tab in ErrorBoundary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4992" y="271576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 fallback UI on tab crash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0083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 tabs remain functional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~20 lines of new code total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6080760"/>
            <a:ext cx="2743200" cy="384048"/>
          </a:xfrm>
          <a:prstGeom prst="rect">
            <a:avLst/>
          </a:prstGeom>
          <a:solidFill>
            <a:srgbClr val="D4EDE7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610819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full-panel crash risk.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44768" y="1389888"/>
            <a:ext cx="274320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4768" y="1389888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FFF8E6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2784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11696" y="149961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webview-ui-toolkit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72784" y="2084832"/>
            <a:ext cx="1280160" cy="219456"/>
          </a:xfrm>
          <a:prstGeom prst="roundRect">
            <a:avLst>
              <a:gd name="adj" fmla="val 41667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0848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days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9360" y="242316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vscode-button replaces &lt;button&gt;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271576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vscode-text-field replaces &lt;input&gt;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09360" y="300837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vscode-dropdown replaces &lt;select&gt;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09360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vscode-text-area replaces &lt;textarea&gt;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09360" y="35935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vscode-checkbox replaces &lt;input cb&gt;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388620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theme inheritance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09360" y="417880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more custom CSS for forms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44768" y="6080760"/>
            <a:ext cx="2743200" cy="384048"/>
          </a:xfrm>
          <a:prstGeom prst="rect">
            <a:avLst/>
          </a:prstGeom>
          <a:solidFill>
            <a:srgbClr val="FFF8E6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72784" y="610819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dark, high-contrast — automatic.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USER EXPERIENCE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UX Improvements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Visible, user-facing changes that reduce confusion and improve daily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062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36192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5544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Step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1883664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8836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2176272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'(2/4)...' text with a horizontal stepper showing Pending / In Progress / Completed state for all 4 generation steps.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017520"/>
            <a:ext cx="42062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163824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6382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318211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Push Preview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" y="3511296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5112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803904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valid, Amber = duplicate, Red = validation error with inline fix hint. Replaces unstyled bullet list.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4645152"/>
            <a:ext cx="42062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791456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791456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4809744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Collapsible Enhancement Cards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9536" y="5138928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1389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0624" y="5431536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collapse/expand toggle to each of the 6 enhancement category cards. Users hide reviewed sections to reduce scroll.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389888"/>
            <a:ext cx="4206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45736" y="1536192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1536192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21224" y="15544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Empty States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21224" y="1883664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224" y="18836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82312" y="2176272"/>
            <a:ext cx="387705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'No X generated yet.' plain text with structured blocks showing title + instruction + dependency tip.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840480"/>
            <a:ext cx="4206240" cy="230428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45736" y="3986784"/>
            <a:ext cx="402336" cy="329184"/>
          </a:xfrm>
          <a:prstGeom prst="roundRect">
            <a:avLst>
              <a:gd name="adj" fmla="val 22222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398678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21224" y="400507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Candidate Cards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21224" y="4334256"/>
            <a:ext cx="822960" cy="201168"/>
          </a:xfrm>
          <a:prstGeom prst="roundRect">
            <a:avLst>
              <a:gd name="adj" fmla="val 36364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21224" y="43342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d effort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82312" y="4626864"/>
            <a:ext cx="387705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pipe-delimited text lines with cards showing: title, priority badge (color-coded), ROI, Feasibility, exclusion reason.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PRODUCTIVITY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Polish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enhancements that improve power-user efficiency without structural changes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0624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544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54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554480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Copy-to-Clipboard Buttons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048256"/>
            <a:ext cx="1005840" cy="219456"/>
          </a:xfrm>
          <a:prstGeom prst="roundRect">
            <a:avLst>
              <a:gd name="adj" fmla="val 4166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482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377440"/>
            <a:ext cx="38770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icon on each Gherkin block and enhancement list item. Brief 'Copied!' confirmation. Eliminates select-all manual copy.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4114800"/>
            <a:ext cx="420624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42793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" y="4279392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Count Badges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4773168"/>
            <a:ext cx="1005840" cy="219456"/>
          </a:xfrm>
          <a:prstGeom prst="roundRect">
            <a:avLst>
              <a:gd name="adj" fmla="val 4166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7731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20624" y="5102352"/>
            <a:ext cx="38770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badge on each tab button when data exists: 'Test Cases (12)'. At-a-glance status without switching tabs.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389888"/>
            <a:ext cx="420624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45736" y="15544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554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21224" y="1554480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Layer Filter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45736" y="2048256"/>
            <a:ext cx="1005840" cy="219456"/>
          </a:xfrm>
          <a:prstGeom prst="roundRect">
            <a:avLst>
              <a:gd name="adj" fmla="val 4166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20482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 effort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82312" y="2377440"/>
            <a:ext cx="38770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chip toggles (Unit / API / UI) above the Structured Cases table. Multi-select, all layers shown by default.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4114800"/>
            <a:ext cx="4206240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45736" y="42793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21224" y="4279392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Visual Grouping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45736" y="4773168"/>
            <a:ext cx="1005840" cy="219456"/>
          </a:xfrm>
          <a:prstGeom prst="roundRect">
            <a:avLst>
              <a:gd name="adj" fmla="val 41667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47731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 d effort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82312" y="5102352"/>
            <a:ext cx="38770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separate 12 fields into: LLM Configuration · Jira Configuration · Xray Push Controls. CSS-only change.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— Zero Dependencies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items deliverable immediately, before Phase 1 architecture work begins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863193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" y="1865376"/>
            <a:ext cx="658368" cy="658368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8653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57276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Visual Grouping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CSS-only change. Group 12 settings fields into three named sections with subtle background differentiation. No logic, no new components.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4140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Immediate visual improvement visible on first launch after rebuild.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719072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190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048256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482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Zero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108960"/>
            <a:ext cx="863193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" y="3584448"/>
            <a:ext cx="658368" cy="658368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584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291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Empty States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3931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three plain 'No X yet.' paragraphs with structured empty-state blocks. Isolated paragraph-level changes, 10–15 lines per tab.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1330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First-time users immediately see what to do next in each empty tab.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438144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381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hour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767328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7673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Very 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828032"/>
            <a:ext cx="863193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2336" y="5303520"/>
            <a:ext cx="658368" cy="658368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5303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88720" y="50109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Push Preview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535838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to the xrayPushPreview render block in testCases tab. Replace &lt;ul&gt; with a styled table using CSS left-border colors per status.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58521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Users see push readiness at a glance before committing the push action.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5157216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15721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hours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5486400"/>
            <a:ext cx="1188720" cy="237744"/>
          </a:xfrm>
          <a:prstGeom prst="roundRect">
            <a:avLst>
              <a:gd name="adj" fmla="val 38462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54864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Low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sequenced for minimum risk and maximum incremental 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53312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53312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E4EEF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08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6824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2157984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57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days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25420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Decompose App.tsx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30175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React Error Boundary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34930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@vscode/webview-ui-toolkit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353312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53312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D4EDE7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1408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16824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28416" y="2157984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157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days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64992" y="25420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Step progress stepper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30175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Color-coded preview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4992" y="34930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Collapsible cards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39684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Empty states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64992" y="444398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Automation cards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353312"/>
            <a:ext cx="27432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1353312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FFF8E6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408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16824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72784" y="2157984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157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days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5420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Copy buttons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30175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Tab badges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34930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Layer filter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9684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Settings groups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26664" y="3520440"/>
            <a:ext cx="320040" cy="320040"/>
          </a:xfrm>
          <a:prstGeom prst="rightArrow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71032" y="3520440"/>
            <a:ext cx="320040" cy="320040"/>
          </a:xfrm>
          <a:prstGeom prst="rightArrow">
            <a:avLst/>
          </a:prstGeom>
          <a:solidFill>
            <a:srgbClr val="D0DAE8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6400800"/>
            <a:ext cx="8631936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4048" y="643737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Effort: 6–9 developer days across all three phases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DEPENDENCIES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risks are low; mitigations are straightforward and already built into the 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926080" cy="3474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37160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371600"/>
            <a:ext cx="1005840" cy="3474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1104" y="1371600"/>
            <a:ext cx="1005840" cy="3474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3716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3474720" cy="347472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1371600"/>
            <a:ext cx="3328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719072"/>
            <a:ext cx="863193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190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refactor introduces regression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192024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92024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52544" y="192024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192024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17190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structural split — no logic changes. Run typecheck + build after each file move.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359152"/>
            <a:ext cx="8631936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591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webview-ui-toolkit visual differences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56032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56032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52544" y="256032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256032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23591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Toolkit inherits VS Code theme natively. Spot-check light and dark themes post-adoption.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2999232"/>
            <a:ext cx="863193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9992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webview bundle size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320040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20040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52544" y="320040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2544" y="320040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4960" y="29992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Toolkit is tree-shakeable. Only imported components are bundled.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639312"/>
            <a:ext cx="8631936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6393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2/3 items without Phase 1 base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10128" y="384048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FFF8E6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84048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52544" y="384048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52544" y="3840480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4960" y="363931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(3.4, 2.4, 2.2) can be done independently. All others follow Phase 1.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005072"/>
            <a:ext cx="8631936" cy="2395728"/>
          </a:xfrm>
          <a:prstGeom prst="roundRect">
            <a:avLst>
              <a:gd name="adj" fmla="val 4580"/>
            </a:avLst>
          </a:prstGeom>
          <a:solidFill>
            <a:srgbClr val="E4EEF8"/>
          </a:solidFill>
          <a:ln w="12700">
            <a:solidFill>
              <a:srgbClr val="D0DA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02336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Dependency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02336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new npm package is required across all three phases: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02336" y="4736592"/>
            <a:ext cx="2926080" cy="329184"/>
          </a:xfrm>
          <a:prstGeom prst="roundRect">
            <a:avLst>
              <a:gd name="adj" fmla="val 27778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47365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@vscode/webview-ui-toolkit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2336" y="5138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Phase 1.3 only. All other improvements use React and existing utilities — no additional packages.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02336" y="5394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Tree-shakeable: only imported components are bundled. Bundle size impact is negligible.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Done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Objective, verifiable criteria for each phase of improvement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743200" cy="329184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716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194560" cy="329184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371600"/>
            <a:ext cx="2468880" cy="329184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3716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658368" cy="329184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371600"/>
            <a:ext cx="475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700784"/>
            <a:ext cx="8631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007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 line count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7007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1,036 lines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700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200 lines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184708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84708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2249424"/>
            <a:ext cx="8631936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2494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Boundary 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224942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boundaries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2494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tabs wrapped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239572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39572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98064"/>
            <a:ext cx="8631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980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consistency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27980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CSS vars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7980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/ HC pass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75320" y="294436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294436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346704"/>
            <a:ext cx="8631936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34670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All feedback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3467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string only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3467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stepper active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349300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349300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3895344"/>
            <a:ext cx="8631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89534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Preview clarity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389534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 symbols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3895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rows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75320" y="404164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404164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443984"/>
            <a:ext cx="8631936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4439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state guidance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44439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 message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44439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tabs with CTA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75320" y="459028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459028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4992624"/>
            <a:ext cx="86319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9926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friction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91840" y="499262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select-all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69280" y="49926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copy on all blocks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75320" y="513892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513892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6032" y="5541264"/>
            <a:ext cx="8631936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A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55412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data visibility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91840" y="55412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switch tab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669280" y="5541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badges on all tabs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75320" y="5687568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75320" y="568756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6757416"/>
            <a:ext cx="12192000" cy="54864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667512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7510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A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Quick Wins Today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26771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grouping, empty states, push preview colors — all before any architecture work. Immediate visual improvement.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39242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A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Phase 1 Sprint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68503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a focused 4-day sprint for App.tsx decomposition, Error Boundaries, and webview-ui-toolkit adoption.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8097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A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+ 3 in Following Sprint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0235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the UX and polish improvements on the stable Phase 1 foundation. Estimate 3–5 days combined.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6217920"/>
            <a:ext cx="8229600" cy="36576"/>
          </a:xfrm>
          <a:prstGeom prst="rect">
            <a:avLst/>
          </a:prstGeom>
          <a:solidFill>
            <a:srgbClr val="24A87E"/>
          </a:solidFill>
          <a:ln w="12700">
            <a:solidFill>
              <a:srgbClr val="24A8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TraceLM  |  UI Improvement Proposal  |  Version 1.0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TraceLM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TraceLM UI Improvement Proposal</dc:title>
  <dc:subject>PptxGenJS Presentation</dc:subject>
  <dc:creator>TraceLM</dc:creator>
  <cp:lastModifiedBy>TraceLM</cp:lastModifiedBy>
  <cp:revision>1</cp:revision>
  <dcterms:created xsi:type="dcterms:W3CDTF">2026-06-20T10:02:43Z</dcterms:created>
  <dcterms:modified xsi:type="dcterms:W3CDTF">2026-06-20T10:02:43Z</dcterms:modified>
</cp:coreProperties>
</file>